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72B2"/>
                </a:solidFill>
              </a:rPr>
              <a:t>Reservoir-Volume Characterization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>
                <a:solidFill>
                  <a:srgbClr val="666666"/>
                </a:solidFill>
              </a:rPr>
              <a:t>Method, findings, and a defensible field strategy across 7 wells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222222"/>
                </a:solidFill>
              </a:rPr>
              <a:t>Kamil Muradli   ·   eiGroup Associate Data Scientist assessment   · 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Three QC findings that shape every downstream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Caught at load-time, surfaced in every 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well_3: 78 NaN porosity samples (4%) → excluded from net, counted separately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well_5: logged at 0.5 m spacing; others at 0.2 m → dz computed per-well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D55E00"/>
                </a:solidFill>
              </a:rPr>
              <a:t>•  ALL 7 wells: 15-30% of samples at the 15,000 mD permeability cap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Saturation matters most: it makes kh estimates a LOWER BOUND, not a best estimate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Each finding surfaces as a counter column in every downstream metric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QC is not paperwork — it drives the credibility of every number that follows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The QC step is the source of every caveat in this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Net-to-Gross by zone tells the geological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kh_stacked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3771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Zone B dominates: 93% NTG, 10× the kh of any other zone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Zone D: 10% NTG everywhere — tight rock, not reservoir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Zone C: silent second story (84% NTG, 680K mD·m)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Same pattern in all 7 wells — geology is reproducible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Field volume = sum of (zone × well) kh contributions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Operational ranking: B → C → E → A →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NTG is more diagnostic than any single permeability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Cutoff sensitivity tells us which volumes are brittle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ntg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45325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Zone B NTG: stable across the full sweep (range only 0.11)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Zone A NTG: highly sensitive (0.15 → 0.95 across 0.30-0.70 cutoffs)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Knee for all zones at vsh ≈ 0.35 (same in all 7 wells)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Default cutoff (0.5) sits on the flat part of each curve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D55E00"/>
                </a:solidFill>
              </a:rPr>
              <a:t>•  Zone B is the MOST defensible volume estimate in the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Zone B's volume estimate doesn't depend on cutoff choice — that's robustness.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When 'homogeneous' is an instrument artefact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Lorenz curves expose tool censoring</a:t>
            </a:r>
          </a:p>
        </p:txBody>
      </p:sp>
      <p:pic>
        <p:nvPicPr>
          <p:cNvPr id="5" name="Picture 4" descr="05_lorenz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943600" cy="61156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Zone C: L = 0.65 — genuinely heterogeneous, top 30% delivers 80% of kh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Zone E: L = 0.52, Zone A: L = 0.46 — moderate heterogeneity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D55E00"/>
                </a:solidFill>
              </a:rPr>
              <a:t>•  Zone B: L = 0.00 — but this is a TOOL ARTEFACT, not homogeneity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88% of Zone B samples are at the 15,000 mD cap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The Lorenz curve flattens into the 45° diagonal mechanically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Lesson: don't interpret Lorenz on censored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The strongest signal of saturation isn't a number — it's a flat Lorenz curve.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Saturation pollutes well rankings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kh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45082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28016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well_7 ranks #1 by kh (2.59 M) — but 30% tool-capped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well_1 ranks #2 (2.27 M) — 25% tool-capped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wells 2/4/5/6 at 14-15% saturation — more defensible 'best wells'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⚠ marker in heatmap = saturation count per (well, zone)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Production fix: saturation-weighted kh ranking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Long-term fix: uncensored perm tool + core calibration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The highest-kh well may just be the most censored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Zone D should be bypassed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Tight rock, not reservoir — fails on porosity, not shale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Zone D NTG never exceeds 32% — even at the loosest cutoff (vsh ≤ 0.7)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avg phit in Zone D = 0.092 — right at the phit cutoff (0.08)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Samples fail the POROSITY test, not the shale test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No matter how generous the shale tolerance, Zone D is not reservoir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All 7 wells: same finding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Operational implication: skip Zone D in volume calculations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Don't drill into it; don't model it; document the bypass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Bypassing Zone D is unambiguous. The geology says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Where our kh estimates are most uncertain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Bootstrap confidence intervals: precision vs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Method: 200 resamples per (well, zone) group, 90% percentile CI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Most groups: tight CIs (high sample counts, low variance)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Zone D: wide CI relative to point estimate — but magnitudes are tiny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Zone B: tight CI — but high SAMPLING precision doesn't fix saturation BIAS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Bootstrap measures sampling uncertainty, not measurement bias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A censored tool is a measurement bias the bootstrap can't see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Saturation remains the dominant uncertainty in Zone B 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Our numbers are PRECISE. Whether they're ACCURATE depends on the tool — different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Two clustering attempts: Zone B failed (instructive), Zone C worked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Method awareness: knowing when not to trust your own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D55E00"/>
                </a:solidFill>
              </a:rPr>
              <a:t>Zone B (initial target)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Highest kh, highest NTG — obvious first choice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Silhouette peaks at k=2 (0.65), drops at k=3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But: two clusters have IDENTICAL centroids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  – vsh 0.243 vs 0.233 (Δ = 0.01)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  – log_perm 4.17 vs 4.16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  – 96% saturated in EVERY sub-zone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LOWO ARI = 0.97 — reproducibly meaningless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9E73"/>
                </a:solidFill>
              </a:rPr>
              <a:t>Zone C (re-targeted)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&lt;1% saturation — clean signal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Real Lorenz = 0.65 (Slide 5)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NTG 84%, kh 680K, all 7 wells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3 sub-zones with 5× perm separation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Same vertical stack in every well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LOWO ARI = 0.97 — meaningfully reproducible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Clustering can only see what the tool measures. When tools are censored, clusters reproduce the censoring.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Zone C splits into 3 reproducible sub-zones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Three rock types, one geological column, 7 wells</a:t>
            </a:r>
          </a:p>
        </p:txBody>
      </p:sp>
      <p:pic>
        <p:nvPicPr>
          <p:cNvPr id="5" name="Picture 4" descr="06_zonec_clusters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53142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Sub-zone 0: tight  (~200 mD, phit 0.14, vsh 0.45)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Sub-zone 1: mid    (~700 mD, phit 0.21, vsh 0.34)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D55E00"/>
                </a:solidFill>
              </a:rPr>
              <a:t>•  Sub-zone 2: best  (~1,100 mD, phit 0.23, vsh 0.29)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Vertical stack consistent across all 7 wells: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 – Best on top  ·  tight in middle  ·  mid at base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LOWO Adjusted Rand Index = 0.95–0.99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Three orders of magnitude separation. Same stack in every well. Real geology.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Sub-zone 2 is the drilling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29% of Zone C thickness — 48% of Zone C flow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Sub-zone 2 thickness: 315.6 m total across 7 wells (29% of Zone C)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Sub-zone 2 kh:        350 K mD·m         (48% of Zone C)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Geological location: TOP of Zone C in every well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Saturation:           &lt;1% — the 1,100 mD estimate is defensible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D55E00"/>
                </a:solidFill>
              </a:rPr>
              <a:t>•  Completion implication: place perforations in the top third of Zone C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Drilling implication: vertical wells targeting Zone C should land at sub-zone 2 depth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Risk: minimal — geology reproduces across all 7 wells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The clearest operational recommendation in this whole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k=3 by geological intuition, not by silhouette pick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Choosing the number of clusters — defensibly</a:t>
            </a:r>
          </a:p>
        </p:txBody>
      </p:sp>
      <p:pic>
        <p:nvPicPr>
          <p:cNvPr id="5" name="Picture 4" descr="07_zonec_silho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400800" cy="19864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40" y="13716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Silhouette ranks k=2 highest in both zones (0.65 / 0.39)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BIC monotonically prefers higher k (GMM overfits noise)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We chose k=3 for geological reasons: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  – Three lithology classes standard in clastics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  – At k=3 Zone C centroids separate 5× in perm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  – At k=2 two real lithologies collapse together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  – At k=4 we'd be splitting noise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</a:rPr>
              <a:t>•  Post-hoc validation: log_perm centroids 1.92, 2.44, 2.65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Don't outsource the lithology count to a silhouette score.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Production-ready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66666"/>
                </a:solidFill>
              </a:rPr>
              <a:t>Single-command reproducible pipeline, fully tested</a:t>
            </a:r>
          </a:p>
        </p:txBody>
      </p:sp>
      <p:pic>
        <p:nvPicPr>
          <p:cNvPr id="5" name="Picture 4" descr="00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772400" cy="50447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105 pytest tests across 6 modules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96-100% coverage on hot paths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  – metrics: 99%, sensitivity: 96%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  – clustering: 97%, viz: 100%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Single-command CLI: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  quality → metrics → sweep → field → subzones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Every chart: matplotlib PNG + Plotly HTML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</a:rPr>
              <a:t>•  Reproducible from raw CSVs in 5 commands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This is a pipeline, not a notebook — re-runnable when new wells arrive.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Five decisions this analysis supports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D55E00"/>
                </a:solidFill>
              </a:rPr>
              <a:t>•  Treat Zone B kh as a CONSERVATIVE LOWER BOUND — not a best estimate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D55E00"/>
                </a:solidFill>
              </a:rPr>
              <a:t>•  BYPASS Zone D — it's tight rock, not reservoir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D55E00"/>
                </a:solidFill>
              </a:rPr>
              <a:t>•  TARGET sub-zone 2 (top of Zone C) for drilling and completion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D55E00"/>
                </a:solidFill>
              </a:rPr>
              <a:t>•  RE-RANK wells using saturation-weighted kh, not raw kh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D55E00"/>
                </a:solidFill>
              </a:rPr>
              <a:t>•  CALIBRATE Zone A and Zone C cutoffs to core data before publishing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1">
                <a:solidFill>
                  <a:srgbClr val="005A8E"/>
                </a:solidFill>
              </a:rPr>
              <a:t>→  Happy to go deep on any of these — and to discuss what I'd do differently with more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Backup: bootstrap method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Per (well, zone) group, 200 resamples with replacement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Within each resample: apply same net cutoffs (vsh ≤ 0.5, phit ≥ 0.08)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kh = Σ(perm × dz) on the resampled net interval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Report kh mean + 5th/95th percentiles = 90% CI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Seed = 42 for reproducibility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Cost: 35 groups × 200 resamples × 3 cutoffs ≈ 21,000 kh calculations (~10s)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0">
                <a:solidFill>
                  <a:srgbClr val="222222"/>
                </a:solidFill>
              </a:rPr>
              <a:t>•  Optional via CLI: python -m src.cli sweep --bootstrap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Backup: clustering smoothing rationale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Problem: sample-level clustering produces 1-sample label flips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Real geological units are continuous, metres-thick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Step 1 — rolling mode (window=11, ~2.2 m at 0.2 m sampling):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 Each sample's label is the mode of itself and ±5 neighbours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Step 2 — absorb short runs (min_run_length=5):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 Any uninterrupted run shorter than 5 samples (1 m)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 is merged into the longer neighbouring run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Per-well processing — depth ordering doesn't cross well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Backup: why pooled clustering, not per-well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Alternative: cluster each well independently, then 'match' labels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Problem: KMeans 'cluster 0' in well 1 is unrelated to 'cluster 0' in well 2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Matching requires Hungarian algorithm or similar — complex, brittle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Pooled approach: fit ONE model on all wells' Zone C samples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Every sample gets a label in the same space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Cluster ID = rock type, globally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Cross-well consistency tested via leave-one-well-out (ARI)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Trade-off: assumes the same rock types exist in every well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 – validated by the 0.97 LOWO 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Backup: stable label ordering via log_perm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KMeans labels are arbitrary — re-running may swap labels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Without reordering: 'sub-zone 2' could be tight in one run, best in next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Solution: after fitting, compute mean log_perm per cluster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Relabel so cluster 0 = lowest mean log_perm, k-1 = highest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Guarantees: across runs, across LOWO folds, the same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 cluster ID corresponds to the same rock type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Simpler than Hungarian-assignment matching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22222"/>
                </a:solidFill>
              </a:rPr>
              <a:t>•  Stable when features include log_perm (which they do)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72B2"/>
                </a:solidFill>
              </a:rPr>
              <a:t>Backup: what I'd add with more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60120"/>
            <a:ext cx="11430000" cy="36576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Core measurements at saturated depths: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 – Calibrate the 15,000 mD cap → uncensored perm distribution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 – Lab phit / vsh check → calibrate net cutoffs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Production data: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 – Correlate kh estimates with measured production rates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 – Validate sub-zone 2 as drilling target empirically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Seismic horizons: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 – Geological correlation across wells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 – Confirm sub-zone vertical stacking is geological, not statistical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22222"/>
                </a:solidFill>
              </a:rPr>
              <a:t>•  Censored regression to recover real perm from (phit, vsh) in saturated samples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